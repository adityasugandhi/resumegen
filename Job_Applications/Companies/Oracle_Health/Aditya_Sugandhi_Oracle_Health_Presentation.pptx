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 SUGANDHI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Member of Technical Staff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Engineering • Data Platform • Healthcare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adityasugandhi.dev.ai@gmail.com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+1 448 500 6857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github.com/adityasugandhi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Software Engineer with 5+ years building scalable data platforms and cloud-native systems. Expert in Java, Python, and distributed architectures with production experience in Kafka, Kubernetes, and AI/ML integration.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Experience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Events/Day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35K+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Managed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2004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SKILLS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Python, SQL, TypeScript, Spring Boot, FastAPI, RESTful APIs, gRPC, GraphQL, Microservices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10512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579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Kafka, Apache Flink, RabbitMQ, ETL/ELT Pipelines, Data Modeling, Database Design, Oracle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15184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&amp; 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9626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MongoDB, Redis, OpenSearch, Pinecone, Vector Databases, Time-Series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19856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67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(EKS, Lambda, S3), OCI, Kubernetes, Docker, Terraform, CI/CD, Prometheus, Grafana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224528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&amp; NLP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(GPT, Llama), RAG Pipelines, Semantic Search, Embedding Models, NLP, Prompt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Software Engineer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2024 - Present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State University • Tallahassee, FL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high-throughput data platform with Python/FastAPI backend processing real-time telemetry from 35K+ IoT devices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scalable backend infrastructure with data modeling for complex asset relationships; implemented semantic search using NLP and embedding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GenAI capabilities with LLMs and RAG pipelines for intelligent data summarization; reduced manual analysis time by 40%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distributed tracing and monitoring dashboards using Grafana/CloudWatch; ensured 99.2% system accuracy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 - Data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FSU Research • Jan 2023 - Aug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11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data processing with Python/Spark on Kubernetes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pipelines ingesting 1TB+ datasets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runtime reduced by 50%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40233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Aspire Systems • Oct 2020 - Jul 2022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1488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11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Java/Spring Boot microservices, 500K+ events/day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streaming, 10x traffic handling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9776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5 engineers, 25% velocity increase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PROJECTS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Clinical Data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GenAI application with semantic search and NLP capabilities. RAG pipelines for intelligent document summarization.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Python, TypeScript, Groq API, OpenSearch, Kubernetes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Ingestion Platform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 with Kafka handling 1M+ events/day. ETL pipelines with data modeling and compliance monitoring.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Java, Spring Boot, Kafka, PostgreSQL, Docker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Asset Management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platform processing real-time IoT telemetry. OpenSearch for fast data retrieval and time-series analytics.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Python, FastAPI, Redis, Kubernetes, Grafana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ORACLE HEALTH CDA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070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Expertise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 building scalable data pipelines with Kafka, Flink, and real-time ingestion 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2128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Integration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468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experience with LLMs, RAG pipelines, semantic search, and NLP for intelligent systems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1868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Development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work with Kubernetes, Docker, and major cloud platforms (AWS, OCI)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2245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160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480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Passionate about leveraging technology to improve patient outcomes globally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&amp; CONTACT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M.S. Computer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State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Tallahassee, FL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Computer Science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 Institute of Science &amp; Technology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Chennai, India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adityasugandhi.dev.ai@gmail.com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310896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+1 448 500 6857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github.com/adityasugandhi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310896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consideration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Aditya Sugandhi - Senior Member of Technical Staff</dc:title>
  <dc:subject>PptxGenJS Presentation</dc:subject>
  <dc:creator>Aditya Sugandhi</dc:creator>
  <cp:lastModifiedBy>Aditya Sugandhi</cp:lastModifiedBy>
  <cp:revision>1</cp:revision>
  <dcterms:created xsi:type="dcterms:W3CDTF">2026-02-04T04:20:27Z</dcterms:created>
  <dcterms:modified xsi:type="dcterms:W3CDTF">2026-02-04T04:20:27Z</dcterms:modified>
</cp:coreProperties>
</file>