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8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0"/>
            <a:ext cx="73152" cy="128016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 SUGANDHI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 → AI Data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CoreAI - AI Platform Team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adityasugandhi.dev.ai@gmail.com  •  github.com/adityasugandhi  •  adityasugandhi.com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ROLE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years building large-scale data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pipelines: 50M+ events/day, 500K+ IoT sensors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lifecycle expertise: ingestion → validation → governance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integration: LLMs, RAG, training data prep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monitoring with OPA + automated tooling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384048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6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Microsoft AI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Break down data silos at enterprise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Full lifecycle management of AI training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Accelerate model development across Microsoft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Central platform for 1P/3P/synthetic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Culture: Innovation at the intersection of data + 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ALIGNMENT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Requires: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pipelines for dataset lifecycle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Experience: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50M+ events/day telemetry pipelines with Kafka, Spark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Compliance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Requires: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handling, auditability, regulatory standards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Experience: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 compliance monitoring, 98.5% compliance rate, audit logging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51760" cy="3840480"/>
          </a:xfrm>
          <a:prstGeom prst="rect">
            <a:avLst/>
          </a:prstGeom>
          <a:solidFill>
            <a:srgbClr val="F3F2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Workflows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Requires: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prep, synthetic data, LLMs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Experience: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9718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pipelines, LLM integration, synthetic data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106EB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73736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0E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50M+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Events/Day Processed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 pipelines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14800" cy="1737360"/>
          </a:xfrm>
          <a:prstGeom prst="rect">
            <a:avLst/>
          </a:prstGeom>
          <a:solidFill>
            <a:srgbClr val="106EBE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097280"/>
            <a:ext cx="54864" cy="173736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0E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 Managed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platform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106EBE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173736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0E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99.99%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Availability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microservices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4114800" cy="1737360"/>
          </a:xfrm>
          <a:prstGeom prst="rect">
            <a:avLst/>
          </a:prstGeom>
          <a:solidFill>
            <a:srgbClr val="106EBE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3017520"/>
            <a:ext cx="54864" cy="173736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0E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98.5%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9834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governance tooling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RELEVANT PROJECTS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411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Digital Twin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data platform for real-time asset telemetry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Java, Kafka, Kubernetes, PostgreSQL, Redis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500K+ sensors, 5M daily events, 99.99% uptime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14400"/>
            <a:ext cx="4114800" cy="411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Pipeline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lifecycle for ML training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Python, Spark, Vector Stores, FastAPI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1TB+ datasets, automated validation &amp; lineage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4114800" cy="411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Monitoring 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governance with policy enforcement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OPA, Kafka, PostgreSQL, Grafana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10K+ assets scanned, 98.5% compliance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97180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71800"/>
            <a:ext cx="4114800" cy="411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Orchestration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 workflow automation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Python, LangGraph, ChromaDB, FastAPI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21-node workflow, 5+ API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I'LL DELIVER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84048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50292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30 Days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into existing architecture &amp; data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quick wins in pipeline automation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relationships with cross-org partners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384048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914400"/>
            <a:ext cx="265176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60-90 Days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agent-driven automation for key stages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governance tooling for compliance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developer-facing APIs for dataset discovery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384048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914400"/>
            <a:ext cx="2651760" cy="502920"/>
          </a:xfrm>
          <a:prstGeom prst="rect">
            <a:avLst/>
          </a:prstGeom>
          <a:solidFill>
            <a:srgbClr val="106EB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Months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data intelligence services company-wide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continuous feedback loop implementation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human-in-the-loop workflow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8D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 FUTURE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DATA INFRASTRUCTURE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254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Sugandhi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adityasugandhi.dev.ai@gmail.com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+1 448 500 6857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github.com/adityasugandhi  •  adityasugandhi.com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Aditya Sugandhi - Microsoft AI Data Platform</dc:title>
  <dc:subject>PptxGenJS Presentation</dc:subject>
  <dc:creator>Aditya Sugandhi</dc:creator>
  <cp:lastModifiedBy>Aditya Sugandhi</cp:lastModifiedBy>
  <cp:revision>1</cp:revision>
  <dcterms:created xsi:type="dcterms:W3CDTF">2026-02-04T21:06:51Z</dcterms:created>
  <dcterms:modified xsi:type="dcterms:W3CDTF">2026-02-04T21:06:51Z</dcterms:modified>
</cp:coreProperties>
</file>